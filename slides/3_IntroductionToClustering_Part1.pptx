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6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70" r:id="rId20"/>
    <p:sldId id="686" r:id="rId21"/>
    <p:sldId id="622" r:id="rId22"/>
    <p:sldId id="623" r:id="rId23"/>
    <p:sldId id="750" r:id="rId24"/>
    <p:sldId id="667" r:id="rId25"/>
    <p:sldId id="751" r:id="rId26"/>
    <p:sldId id="714" r:id="rId27"/>
    <p:sldId id="637" r:id="rId28"/>
    <p:sldId id="638" r:id="rId29"/>
    <p:sldId id="640" r:id="rId30"/>
    <p:sldId id="630" r:id="rId31"/>
    <p:sldId id="625" r:id="rId32"/>
    <p:sldId id="628" r:id="rId33"/>
    <p:sldId id="629" r:id="rId34"/>
    <p:sldId id="767" r:id="rId35"/>
    <p:sldId id="668" r:id="rId36"/>
    <p:sldId id="765" r:id="rId37"/>
    <p:sldId id="821" r:id="rId38"/>
    <p:sldId id="766" r:id="rId39"/>
    <p:sldId id="764" r:id="rId40"/>
    <p:sldId id="631" r:id="rId41"/>
    <p:sldId id="722" r:id="rId42"/>
    <p:sldId id="723" r:id="rId43"/>
    <p:sldId id="724" r:id="rId44"/>
    <p:sldId id="725" r:id="rId45"/>
    <p:sldId id="726" r:id="rId46"/>
    <p:sldId id="728" r:id="rId47"/>
    <p:sldId id="721" r:id="rId48"/>
    <p:sldId id="644" r:id="rId49"/>
    <p:sldId id="689" r:id="rId50"/>
    <p:sldId id="715" r:id="rId51"/>
    <p:sldId id="719" r:id="rId52"/>
    <p:sldId id="768" r:id="rId53"/>
    <p:sldId id="688" r:id="rId54"/>
    <p:sldId id="645" r:id="rId55"/>
    <p:sldId id="707" r:id="rId56"/>
    <p:sldId id="756" r:id="rId57"/>
    <p:sldId id="708" r:id="rId58"/>
    <p:sldId id="758" r:id="rId59"/>
    <p:sldId id="709" r:id="rId60"/>
    <p:sldId id="736" r:id="rId61"/>
    <p:sldId id="757" r:id="rId62"/>
    <p:sldId id="762" r:id="rId63"/>
    <p:sldId id="687" r:id="rId64"/>
    <p:sldId id="659" r:id="rId65"/>
    <p:sldId id="729" r:id="rId66"/>
    <p:sldId id="684" r:id="rId67"/>
    <p:sldId id="685" r:id="rId68"/>
    <p:sldId id="755" r:id="rId69"/>
    <p:sldId id="720" r:id="rId70"/>
    <p:sldId id="769" r:id="rId71"/>
    <p:sldId id="734" r:id="rId72"/>
    <p:sldId id="662" r:id="rId73"/>
    <p:sldId id="663" r:id="rId74"/>
    <p:sldId id="665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7" d="100"/>
          <a:sy n="77" d="100"/>
        </p:scale>
        <p:origin x="49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soft-clustering/soft-clustering" TargetMode="External"/><Relationship Id="rId5" Type="http://schemas.openxmlformats.org/officeDocument/2006/relationships/hyperlink" Target="https://github.com/collinleiber/ClustPy" TargetMode="Externa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2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5"/>
              </a:rPr>
              <a:t>PyClust</a:t>
            </a:r>
            <a:r>
              <a:rPr lang="en-US" dirty="0">
                <a:latin typeface="+mn-lt"/>
                <a:hlinkClick r:id="rId5"/>
              </a:rPr>
              <a:t> package </a:t>
            </a:r>
            <a:r>
              <a:rPr lang="en-US" dirty="0">
                <a:latin typeface="+mn-lt"/>
              </a:rPr>
              <a:t>offers implementations of cutting-edge clustering algorithms, including deep NN algorithms in </a:t>
            </a:r>
            <a:r>
              <a:rPr lang="en-US" dirty="0" err="1">
                <a:latin typeface="+mn-lt"/>
              </a:rPr>
              <a:t>PyTorch</a:t>
            </a:r>
            <a:r>
              <a:rPr lang="en-US">
                <a:latin typeface="+mn-lt"/>
              </a:rPr>
              <a:t>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6"/>
              </a:rPr>
              <a:t>SCPP (soft clustering) package </a:t>
            </a:r>
            <a:r>
              <a:rPr lang="en-US" dirty="0">
                <a:latin typeface="+mn-lt"/>
              </a:rPr>
              <a:t>includes state-of-the-art soft clustering and fuzzy clustering algorithms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small maximum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minimum distance between clusters </a:t>
            </a:r>
            <a:r>
              <a:rPr lang="en-US" sz="2800">
                <a:latin typeface="+mn-lt"/>
              </a:rPr>
              <a:t>is maximized, </a:t>
            </a:r>
            <a:r>
              <a:rPr lang="en-US" sz="2800" dirty="0">
                <a:latin typeface="+mn-lt"/>
              </a:rPr>
              <a:t>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Combinatoric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08193" y="367085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3649" y="242473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For any metric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𝑐𝑒𝑛𝑡𝑟𝑜𝑖𝑑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a point-wise metric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degrees of freedom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index is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randomized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observations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32762</TotalTime>
  <Words>4399</Words>
  <Application>Microsoft Office PowerPoint</Application>
  <PresentationFormat>Widescreen</PresentationFormat>
  <Paragraphs>719</Paragraphs>
  <Slides>73</Slides>
  <Notes>63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1013</cp:revision>
  <dcterms:created xsi:type="dcterms:W3CDTF">2020-07-25T22:15:22Z</dcterms:created>
  <dcterms:modified xsi:type="dcterms:W3CDTF">2026-08-27T22:58:44Z</dcterms:modified>
</cp:coreProperties>
</file>