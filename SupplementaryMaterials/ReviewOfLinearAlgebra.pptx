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6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70" r:id="rId24"/>
    <p:sldId id="742" r:id="rId25"/>
    <p:sldId id="739" r:id="rId26"/>
    <p:sldId id="740" r:id="rId27"/>
    <p:sldId id="741" r:id="rId28"/>
    <p:sldId id="743" r:id="rId29"/>
    <p:sldId id="744" r:id="rId30"/>
    <p:sldId id="745" r:id="rId31"/>
    <p:sldId id="746" r:id="rId32"/>
    <p:sldId id="747" r:id="rId33"/>
    <p:sldId id="762" r:id="rId34"/>
    <p:sldId id="763" r:id="rId35"/>
    <p:sldId id="764" r:id="rId36"/>
    <p:sldId id="765" r:id="rId37"/>
    <p:sldId id="766" r:id="rId38"/>
    <p:sldId id="767" r:id="rId39"/>
    <p:sldId id="748" r:id="rId40"/>
    <p:sldId id="749" r:id="rId41"/>
    <p:sldId id="750" r:id="rId42"/>
    <p:sldId id="751" r:id="rId43"/>
    <p:sldId id="752" r:id="rId44"/>
    <p:sldId id="753" r:id="rId45"/>
    <p:sldId id="721" r:id="rId46"/>
    <p:sldId id="698" r:id="rId47"/>
    <p:sldId id="695" r:id="rId48"/>
    <p:sldId id="754" r:id="rId49"/>
    <p:sldId id="699" r:id="rId50"/>
    <p:sldId id="756" r:id="rId51"/>
    <p:sldId id="760" r:id="rId52"/>
    <p:sldId id="755" r:id="rId53"/>
    <p:sldId id="707" r:id="rId54"/>
    <p:sldId id="712" r:id="rId55"/>
    <p:sldId id="713" r:id="rId56"/>
    <p:sldId id="714" r:id="rId57"/>
    <p:sldId id="715" r:id="rId58"/>
    <p:sldId id="720" r:id="rId59"/>
    <p:sldId id="702" r:id="rId60"/>
    <p:sldId id="700" r:id="rId61"/>
    <p:sldId id="758" r:id="rId62"/>
    <p:sldId id="761" r:id="rId63"/>
    <p:sldId id="701" r:id="rId64"/>
    <p:sldId id="71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73" d="100"/>
          <a:sy n="73" d="100"/>
        </p:scale>
        <p:origin x="43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2918-C2DA-0C79-7240-AD1B3E10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D6CF4-54D9-AE96-74F6-D81281ADF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9A943-1F28-B98F-3AB1-435E6C198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A63B-EC35-BADD-5495-BB3F5FB6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85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2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</a:t>
            </a:r>
            <a:r>
              <a:rPr lang="en-US" sz="1100"/>
              <a:t>, 2026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number with </a:t>
                </a:r>
                <a:r>
                  <a:rPr lang="en-US">
                    <a:cs typeface="Segoe UI" panose="020B0502040204020203" pitchFamily="34" charset="0"/>
                  </a:rPr>
                  <a:t>dimension one</a:t>
                </a:r>
                <a:r>
                  <a:rPr lang="en-US" sz="280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8017701" y="4555005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a translation and rotation of a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701" y="4555005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375949" cy="811458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66AB-AF45-EEC9-76D1-60B683B1F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7F19A-EDC0-B5AE-3747-61A48E437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52806A-B549-83E3-E0BD-165A3DC3BACB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E1905D-FACF-452E-4FC3-26A9B4A20CC2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D89FA5-E9C7-895F-3CCA-918FBA74B2FA}"/>
              </a:ext>
            </a:extLst>
          </p:cNvPr>
          <p:cNvCxnSpPr>
            <a:cxnSpLocks/>
          </p:cNvCxnSpPr>
          <p:nvPr/>
        </p:nvCxnSpPr>
        <p:spPr>
          <a:xfrm flipH="1" flipV="1">
            <a:off x="1779294" y="3683527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B747BD-6048-F0B9-A2DC-2CCB6F90D1C3}"/>
              </a:ext>
            </a:extLst>
          </p:cNvPr>
          <p:cNvCxnSpPr>
            <a:cxnSpLocks/>
          </p:cNvCxnSpPr>
          <p:nvPr/>
        </p:nvCxnSpPr>
        <p:spPr>
          <a:xfrm flipV="1">
            <a:off x="2709831" y="4770049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/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/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F96AEE-EC77-B532-713D-FCB366B8E00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/>
              <p:nvPr/>
            </p:nvSpPr>
            <p:spPr>
              <a:xfrm>
                <a:off x="5589298" y="481757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9298" y="481757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/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ECB477-622D-E5DE-D8DF-FEA38137EE9D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002345" y="4807634"/>
            <a:ext cx="639408" cy="133242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EBE9FDBB-943D-7422-0AC8-2B5F1CAE7A7C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/>
              <p:nvPr/>
            </p:nvSpPr>
            <p:spPr>
              <a:xfrm>
                <a:off x="6322049" y="2288216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a pure rotation of the coordinate system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2049" y="2288216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DD724D6-7471-5142-E995-5145112AFCED}"/>
              </a:ext>
            </a:extLst>
          </p:cNvPr>
          <p:cNvCxnSpPr>
            <a:cxnSpLocks/>
            <a:stCxn id="50" idx="2"/>
            <a:endCxn id="41" idx="3"/>
          </p:cNvCxnSpPr>
          <p:nvPr/>
        </p:nvCxnSpPr>
        <p:spPr>
          <a:xfrm flipH="1">
            <a:off x="6762181" y="4104098"/>
            <a:ext cx="1404166" cy="1202786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/>
              <p:nvPr/>
            </p:nvSpPr>
            <p:spPr>
              <a:xfrm>
                <a:off x="8343096" y="4729254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used for most ML algorithms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096" y="4729254"/>
                <a:ext cx="3688596" cy="1815882"/>
              </a:xfrm>
              <a:prstGeom prst="rect">
                <a:avLst/>
              </a:prstGeom>
              <a:blipFill>
                <a:blip r:embed="rId12"/>
                <a:stretch>
                  <a:fillRect l="-3471" t="-3356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0246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m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in decreasing directions of fastest change</a:t>
            </a:r>
            <a:r>
              <a:rPr lang="en-US" dirty="0">
                <a:cs typeface="Segoe UI" panose="020B0502040204020203" pitchFamily="34" charset="0"/>
              </a:rPr>
              <a:t> by 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principle component decomposition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(unnormalized) form: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principle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k-1 principle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Expanding unnormalized covariance in terms of SVD: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27377</TotalTime>
  <Words>3877</Words>
  <Application>Microsoft Office PowerPoint</Application>
  <PresentationFormat>Widescreen</PresentationFormat>
  <Paragraphs>557</Paragraphs>
  <Slides>63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4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909</cp:revision>
  <dcterms:created xsi:type="dcterms:W3CDTF">2020-07-25T22:15:22Z</dcterms:created>
  <dcterms:modified xsi:type="dcterms:W3CDTF">2026-08-31T15:06:31Z</dcterms:modified>
</cp:coreProperties>
</file>